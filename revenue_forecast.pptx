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Revenue Forecast (SARIMA Model)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Forecast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shows a declining trend over the forecast period</a:t>
            </a:r>
          </a:p>
          <a:p>
            <a:r>
              <a:rPr dirty="0"/>
              <a:t>High uncertainty in later months (wide confidence intervals)</a:t>
            </a:r>
          </a:p>
          <a:p>
            <a:r>
              <a:rPr dirty="0"/>
              <a:t>Forecast reliability decreases over time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72942"/>
              </p:ext>
            </p:extLst>
          </p:nvPr>
        </p:nvGraphicFramePr>
        <p:xfrm>
          <a:off x="457200" y="1371600"/>
          <a:ext cx="8229600" cy="26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0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5548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Expected Revenue</a:t>
                      </a:r>
                      <a:r>
                        <a:rPr lang="en-US" dirty="0"/>
                        <a:t>(#000)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Lower Bound</a:t>
                      </a:r>
                      <a:r>
                        <a:rPr lang="en-US" dirty="0"/>
                        <a:t>(#000’)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Upper Bound</a:t>
                      </a:r>
                      <a:r>
                        <a:rPr lang="en-US" dirty="0"/>
                        <a:t>(#000’)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548">
                <a:tc>
                  <a:txBody>
                    <a:bodyPr/>
                    <a:lstStyle/>
                    <a:p>
                      <a:r>
                        <a:t>Jan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16646121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6817171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40646379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548">
                <a:tc>
                  <a:txBody>
                    <a:bodyPr/>
                    <a:lstStyle/>
                    <a:p>
                      <a:r>
                        <a:t>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3307482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465414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23504723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548">
                <a:tc>
                  <a:txBody>
                    <a:bodyPr/>
                    <a:lstStyle/>
                    <a:p>
                      <a:r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1038350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44855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24036797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548">
                <a:tc>
                  <a:txBody>
                    <a:bodyPr/>
                    <a:lstStyle/>
                    <a:p>
                      <a:r>
                        <a:t>Apr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343397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27251411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</Words>
  <Application>Microsoft Office PowerPoint</Application>
  <PresentationFormat>On-screen Show (4:3)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Revenue Forecast (SARIMA Model)</vt:lpstr>
      <vt:lpstr>Key Insights</vt:lpstr>
      <vt:lpstr>Forecast Table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Forecast (SARIMA Model)</dc:title>
  <dc:subject/>
  <dc:creator/>
  <cp:keywords/>
  <dc:description>generated using python-pptx</dc:description>
  <cp:lastModifiedBy>Oluwaseun Opadotun</cp:lastModifiedBy>
  <cp:revision>3</cp:revision>
  <dcterms:created xsi:type="dcterms:W3CDTF">2013-01-27T09:14:16Z</dcterms:created>
  <dcterms:modified xsi:type="dcterms:W3CDTF">2026-04-14T12:49:20Z</dcterms:modified>
  <cp:category/>
</cp:coreProperties>
</file>